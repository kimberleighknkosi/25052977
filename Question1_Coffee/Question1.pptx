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84" autoAdjust="0"/>
  </p:normalViewPr>
  <p:slideViewPr>
    <p:cSldViewPr snapToGrid="0" snapToObjects="1">
      <p:cViewPr varScale="1">
        <p:scale>
          <a:sx n="152" d="100"/>
          <a:sy n="152" d="100"/>
        </p:scale>
        <p:origin x="58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Question 1 — Coffee Hub: what to stock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Student 25052977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19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Advise a coffee entrepreneur which </a:t>
            </a:r>
            <a:r>
              <a:rPr b="1"/>
              <a:t>characteristics, regions and suppliers</a:t>
            </a:r>
            <a:r>
              <a:t> to stock, using 2095 expert reviews matched against what locals actually 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2095 reviews, 14 variables.</a:t>
            </a:r>
          </a:p>
          <a:p>
            <a:pPr lvl="0"/>
            <a:r>
              <a:t>Survey keywords scored per review (</a:t>
            </a:r>
            <a:r>
              <a:rPr>
                <a:latin typeface="Courier"/>
              </a:rPr>
              <a:t>kw_hits</a:t>
            </a:r>
            <a:r>
              <a:t>): mean 11.36, max 19.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Does paying more buy a better cup?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Spearman correlation between cost and rating: </a:t>
            </a:r>
            <a:r>
              <a:rPr b="1"/>
              <a:t>rho = 0.346</a:t>
            </a:r>
            <a:r>
              <a:t> (p = 5.51^{-60}).</a:t>
            </a:r>
          </a:p>
          <a:p>
            <a:pPr lvl="0"/>
            <a:r>
              <a:t>Some positive link, but far from deterministic.</a:t>
            </a:r>
          </a:p>
          <a:p>
            <a:pPr lvl="0"/>
            <a:r>
              <a:t>Implication: stock on </a:t>
            </a:r>
            <a:r>
              <a:rPr b="1"/>
              <a:t>value</a:t>
            </a:r>
            <a:r>
              <a:t>, not on price tag.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892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Best value coffees (rating per unit cost)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388467"/>
              </p:ext>
            </p:extLst>
          </p:nvPr>
        </p:nvGraphicFramePr>
        <p:xfrm>
          <a:off x="971026" y="1092142"/>
          <a:ext cx="7201948" cy="390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1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1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664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 dirty="0"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Cost/100g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64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Cold Brew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Barefoot Coffee Roasters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750.00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64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 dirty="0"/>
                        <a:t>Karen J Kona Red Bourbon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Hula Daddy Kona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Hawai’i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552.94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100% Guatemalan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Hill’s Bros. 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87.88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Espresso Blend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Ba Yang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81.42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Asfaw Maru Ethiopia Natural Cold Brew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Collage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70.45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Ethiopia Nano Challa Cold Brew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Bonfire Coffee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70.15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Taiwan Natural Alishan Zhuo-Wu Geisha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Kakalove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69.85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414 Kenya SL34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Mr. Chao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65.25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5a 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El Gran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Guatemala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61.90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59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5a Poniente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El Gran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Guatemala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/>
                        <a:t>1.47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050" dirty="0"/>
                        <a:t>61.90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Best origin regions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191500" cy="3497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avg_kw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Boquete Growing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Kiambu Growing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Sidama Growing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Holualoa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Caicedonia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0.396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Bench-Maji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Nyeri Growing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Kirinyaga 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0.445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Best roasters / suppliers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Hula Daddy Kona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24.78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Simon Hsieh Aroma Roast Coffees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PT’s Coffee Roasting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Difference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104.07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GK 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Dragonfly Coffee Roasters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Simon Hsieh’s Aroma Roast Coffees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Kakalove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94.16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Which roast to stock?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avg_value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12.74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Medium-Light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93.23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92.27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Medium-Dark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91.87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88.20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Most reviewed coffees are </a:t>
            </a:r>
            <a:r>
              <a:rPr b="1"/>
              <a:t>Medium-Light</a:t>
            </a:r>
            <a:r>
              <a:t> roasts, the local specialty default.</a:t>
            </a:r>
          </a:p>
          <a:p>
            <a:pPr lvl="0"/>
            <a:r>
              <a:t>Best-rated roast: </a:t>
            </a:r>
            <a:r>
              <a:rPr b="1"/>
              <a:t>Light</a:t>
            </a:r>
            <a:r>
              <a:t> (avg rating 93.52).</a:t>
            </a:r>
          </a:p>
          <a:p>
            <a:pPr lvl="0"/>
            <a:r>
              <a:t>Lighter roasts score best at the specialty end; stock mainly Medium-Light with a Light option for the top scorers, and keep dark roasts minimal.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locals like — recommended shortlist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1874629"/>
              </p:ext>
            </p:extLst>
          </p:nvPr>
        </p:nvGraphicFramePr>
        <p:xfrm>
          <a:off x="457200" y="1193800"/>
          <a:ext cx="82169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Coffee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Roaster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Cost/100g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 dirty="0"/>
                        <a:t>Panama Finca San Sebastian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Jackrabbit 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26.63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Finca Tasta Peru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Bird Rock Coffee Roasters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6.91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13.46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Panama Baru Geisha Natural by Joseph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Kakalove Cafe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6.99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Yemen Microlot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Dragonfly Coffee Roasters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33.07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2.90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Ethiopia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Caffeic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22.57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Ethiopia Yirgacheffe Chelelektu Natural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Dragonfly Coffee Roasters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United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5.29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18.15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Ethiopia Guji Gigessa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Roasters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14.44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Ethiopia Bench Maji Natural Gesha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VERYTIME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100"/>
                        <a:t>Taiwan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7.79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100" dirty="0"/>
                        <a:t>12.07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b="1"/>
              <a:t>Stock for value over price:</a:t>
            </a:r>
            <a:r>
              <a:t> cost only loosely predicts rating (rho = 0.346).</a:t>
            </a:r>
          </a:p>
          <a:p>
            <a:pPr lvl="0"/>
            <a:r>
              <a:rPr b="1"/>
              <a:t>Lead with Boquete Growing Region and Kiambu Growing Region:</a:t>
            </a:r>
            <a:r>
              <a:t> highest average ratings among well-reviewed origins.</a:t>
            </a:r>
          </a:p>
          <a:p>
            <a:pPr lvl="0"/>
            <a:r>
              <a:rPr b="1"/>
              <a:t>Favour Medium-Light / Light roasts</a:t>
            </a:r>
            <a:r>
              <a:t>, which carry the local specialty market.</a:t>
            </a:r>
          </a:p>
          <a:p>
            <a:pPr lvl="0"/>
            <a:r>
              <a:rPr b="1"/>
              <a:t>Anchor suppliers on Hula Daddy Kona Coffee</a:t>
            </a:r>
            <a:r>
              <a:t> (avg rating 95.12, 24 reviews).</a:t>
            </a:r>
          </a:p>
          <a:p>
            <a:pPr lvl="0"/>
            <a:r>
              <a:rPr b="1"/>
              <a:t>Curate the “good local” shortlist</a:t>
            </a:r>
            <a:r>
              <a:t> above: coffees that hit the survey descriptors locals use </a:t>
            </a:r>
            <a:r>
              <a:rPr i="1"/>
              <a:t>and</a:t>
            </a:r>
            <a:r>
              <a:t> deliver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Macintosh PowerPoint</Application>
  <PresentationFormat>On-screen Show (16:9)</PresentationFormat>
  <Paragraphs>266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</vt:lpstr>
      <vt:lpstr>Office Theme</vt:lpstr>
      <vt:lpstr>Question 1 — Coffee Hub: what to stock</vt:lpstr>
      <vt:lpstr>The brief</vt:lpstr>
      <vt:lpstr>Data at a glance</vt:lpstr>
      <vt:lpstr>Does paying more buy a better cup?</vt:lpstr>
      <vt:lpstr>Best value coffees (rating per unit cost)</vt:lpstr>
      <vt:lpstr>Best origin regions</vt:lpstr>
      <vt:lpstr>Best roasters / suppliers</vt:lpstr>
      <vt:lpstr>Which roast to stock?</vt:lpstr>
      <vt:lpstr>PowerPoint Presentation</vt:lpstr>
      <vt:lpstr>What locals like — recommended shortlist</vt:lpstr>
      <vt:lpstr>Recommendation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 — Coffee Hub: what to stock</dc:title>
  <dc:creator>Student 25052977</dc:creator>
  <cp:keywords/>
  <cp:lastModifiedBy>Kim Nkosi</cp:lastModifiedBy>
  <cp:revision>1</cp:revision>
  <dcterms:created xsi:type="dcterms:W3CDTF">2026-06-19T00:37:44Z</dcterms:created>
  <dcterms:modified xsi:type="dcterms:W3CDTF">2026-06-19T01:57:07Z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19 June 2026</vt:lpwstr>
  </property>
  <property fmtid="{D5CDD505-2E9C-101B-9397-08002B2CF9AE}" pid="3" name="output">
    <vt:lpwstr>powerpoint_presentation</vt:lpwstr>
  </property>
</Properties>
</file>