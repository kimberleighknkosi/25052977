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Question 1 — Coffee Hub: what to stock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Student 25052977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June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Advise a coffee entrepreneur which </a:t>
            </a:r>
            <a:r>
              <a:rPr b="1"/>
              <a:t>characteristics, regions and suppliers</a:t>
            </a:r>
            <a:r>
              <a:rPr/>
              <a:t> to stock, using 2095 expert reviews matched against what locals actually like.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2095 reviews, 14 variables.</a:t>
            </a:r>
          </a:p>
          <a:p>
            <a:pPr lvl="0"/>
            <a:r>
              <a:rPr/>
              <a:t>Survey keywords scored per review (</a:t>
            </a:r>
            <a:r>
              <a:rPr>
                <a:latin typeface="Courier"/>
              </a:rPr>
              <a:t>kw_hits</a:t>
            </a:r>
            <a:r>
              <a:rPr/>
              <a:t>): mean 11.36, max 19.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paying more buy a better cup?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Spearman correlation between cost and rating: </a:t>
            </a:r>
            <a:r>
              <a:rPr b="1"/>
              <a:t>rho = 0.346</a:t>
            </a:r>
            <a:r>
              <a:rPr/>
              <a:t> (p = 5.51^{-60}).</a:t>
            </a:r>
          </a:p>
          <a:p>
            <a:pPr lvl="0"/>
            <a:r>
              <a:rPr/>
              <a:t>Some positive link, but far from deterministic.</a:t>
            </a:r>
          </a:p>
          <a:p>
            <a:pPr lvl="0"/>
            <a:r>
              <a:rPr/>
              <a:t>Implication: stock on </a:t>
            </a:r>
            <a:r>
              <a:rPr b="1"/>
              <a:t>value</a:t>
            </a:r>
            <a:r>
              <a:rPr/>
              <a:t>, not on price tag.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value coffees (rating per unit cost)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8800"/>
                <a:gridCol w="2032000"/>
                <a:gridCol w="1143000"/>
                <a:gridCol w="571500"/>
                <a:gridCol w="812800"/>
                <a:gridCol w="571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Coffee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Cost/100g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Cold Brew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Barefoot Coffee Roasters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750.00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Karen J Kona Red Bourbon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Hula Daddy Kona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Hawai’i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552.94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100% Guatemalan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Hill’s Bros. 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87.88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Espresso Blend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 Yang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Taiwan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81.42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Asfaw Maru Ethiopia Natural Cold Brew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Collage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70.45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Ethiopia Nano Challa Cold Brew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Bonfire Coffee Company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70.15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Taiwan Natural Alishan Zhuo-Wu Geisha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Kakalove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Taiwan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69.85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414 Kenya SL34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Mr. Chao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Taiwan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65.25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5a Sur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El Gran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61.90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5a Poniente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El Gran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61.90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origin regions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avg_kw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Boquete Growing Region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Kiambu Growing Region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Sidama Growing Region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Holualoa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Caicedonia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0.396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Bench-Maji Zone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Nyeri Growing Region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93.98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Kirinyaga District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0.445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roasters / suppliers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avg_cost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Hula Daddy Kona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24.78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Simon Hsieh Aroma Roast Coffees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PT’s Coffee Roasting Co.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Difference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104.07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GK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11.44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Dragonfly Coffee Roasters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16.34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Simon Hsieh’s Aroma Roast Coffees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Kakalove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6.52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roast to stock?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11.44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12.74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Medium-Light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18.37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Medium-Dark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91.87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20.34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22.64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reviewed coffees are </a:t>
            </a:r>
            <a:r>
              <a:rPr b="1"/>
              <a:t>Medium-Light</a:t>
            </a:r>
            <a:r>
              <a:rPr/>
              <a:t> roasts, the local specialty default.</a:t>
            </a:r>
          </a:p>
          <a:p>
            <a:pPr lvl="0"/>
            <a:r>
              <a:rPr/>
              <a:t>Best-rated roast: </a:t>
            </a:r>
            <a:r>
              <a:rPr b="1"/>
              <a:t>Light</a:t>
            </a:r>
            <a:r>
              <a:rPr/>
              <a:t> (avg rating 93.52).</a:t>
            </a:r>
          </a:p>
          <a:p>
            <a:pPr lvl="0"/>
            <a:r>
              <a:rPr/>
              <a:t>Lighter roasts score best at the specialty end; stock mainly Medium-Light with a Light option for the top scorers, and keep dark roasts minimal.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locals like — recommended shortlist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1905000"/>
                <a:gridCol w="1028700"/>
                <a:gridCol w="508000"/>
                <a:gridCol w="736600"/>
                <a:gridCol w="660400"/>
                <a:gridCol w="444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Coffee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Cost/100g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Panama Finca San Sebastian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Jackrabbit Java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26.63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Finca Tasta Peru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Bird Rock Coffee Roasters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Panama Baru Geisha Natural by Joseph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Kakalove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Taiwan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Yemen Microlot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Dragonfly Coffee Roasters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Ethiopia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Caffeic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Ethiopia Yirgacheffe Chelelektu Natural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Dragonfly Coffee Roasters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United States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Ethiopia Guji Gigessa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Roasters Note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Taiwan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14.44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Ethiopia Bench Maji Natural Gesha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Taiwan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12.07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Stock for value over price:</a:t>
            </a:r>
            <a:r>
              <a:rPr/>
              <a:t> cost only loosely predicts rating (rho = 0.346).</a:t>
            </a:r>
          </a:p>
          <a:p>
            <a:pPr lvl="0"/>
            <a:r>
              <a:rPr b="1"/>
              <a:t>Lead with Boquete Growing Region and Kiambu Growing Region:</a:t>
            </a:r>
            <a:r>
              <a:rPr/>
              <a:t> highest average ratings among well-reviewed origins.</a:t>
            </a:r>
          </a:p>
          <a:p>
            <a:pPr lvl="0"/>
            <a:r>
              <a:rPr b="1"/>
              <a:t>Favour Medium-Light / Light roasts</a:t>
            </a:r>
            <a:r>
              <a:rPr/>
              <a:t>, which carry the local specialty market.</a:t>
            </a:r>
          </a:p>
          <a:p>
            <a:pPr lvl="0"/>
            <a:r>
              <a:rPr b="1"/>
              <a:t>Anchor suppliers on Hula Daddy Kona Coffee</a:t>
            </a:r>
            <a:r>
              <a:rPr/>
              <a:t> (avg rating 95.12, 24 reviews).</a:t>
            </a:r>
          </a:p>
          <a:p>
            <a:pPr lvl="0"/>
            <a:r>
              <a:rPr b="1"/>
              <a:t>Curate the “good local” shortlist</a:t>
            </a:r>
            <a:r>
              <a:rPr/>
              <a:t> above: coffees that hit the survey descriptors locals use </a:t>
            </a:r>
            <a:r>
              <a:rPr i="1"/>
              <a:t>and</a:t>
            </a:r>
            <a:r>
              <a:rPr/>
              <a:t> deliver value.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Question 1 — Coffee Hub: what to stock</dc:title>
  <dc:creator>Student 25052977</dc:creator>
  <cp:keywords/>
  <dcterms:created xsi:type="dcterms:W3CDTF">2026-06-19T00:37:44Z</dcterms:created>
  <dcterms:modified xsi:type="dcterms:W3CDTF">2026-06-19T00:37:44Z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19 June 2026</vt:lpwstr>
  </property>
  <property fmtid="{D5CDD505-2E9C-101B-9397-08002B2CF9AE}" pid="3" name="output">
    <vt:lpwstr>powerpoint_presentation</vt:lpwstr>
  </property>
</Properties>
</file>